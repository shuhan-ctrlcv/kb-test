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PedalWorks Factory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From supplier to shipped bicycle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Two Hubs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Scheduler -- fan-out hub: reads PartsDB + OrderDB, triggers Procurement, releases Assembly work</a:t>
            </a:r>
          </a:p>
          <a:p>
            <a:r>
              <a:t>Ledger -- fan-in hub: every stage posts a cost here, backed by LedgerDB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Three Systems of Record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PartsDB -- current stock level of each part</a:t>
            </a:r>
          </a:p>
          <a:p>
            <a:r>
              <a:t>OrderDB -- customer orders, open or shipped</a:t>
            </a:r>
          </a:p>
          <a:p>
            <a:r>
              <a:t>LedgerDB -- storage backing the Ledger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Supplier Lead Times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r>
                        <a:t>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Supplier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Lead Time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Frame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FrameForge Ltd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14 days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Wheelset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RollRight 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 days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Drivetrain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GearWorks Inc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 days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Brake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BrakeSafe GmbH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 days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Suspension Fork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ForkFactory 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12 days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