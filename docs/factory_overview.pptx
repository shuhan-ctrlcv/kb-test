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PedalWorks Factory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supplier to shipped bicycle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Planner -- fan-out hub: reads OrderDB + PartsDB, triggers Procurement, releases Assembly work</a:t>
            </a:r>
          </a:p>
          <a:p>
            <a:r>
              <a:t>Ledger -- fan-in hub: every stage posts a cost here, backed by LedgerDB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Systems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PartsDB -- current stock level of each part</a:t>
            </a:r>
          </a:p>
          <a:p>
            <a:r>
              <a:t>OrderDB -- customer orders, open or shipped</a:t>
            </a:r>
          </a:p>
          <a:p>
            <a:r>
              <a:t>LedgerDB -- storage backing the Ledger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Facility Capacity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Capacity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Other Feature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North Intake Warehouse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Warehouse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3000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Goods-Receipt Log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South Distribution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DC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Staging Area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